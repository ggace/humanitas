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5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DFEE"/>
    <a:srgbClr val="B1E8EB"/>
    <a:srgbClr val="8D3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16CFE-1D5D-41F6-B873-AF6826FF8112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05EA9-E10D-4711-87BF-7AAD83AF05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8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8CF4C12-EF19-4846-B266-192118545E0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D9578E9-0E0D-451D-AB4D-614557FE9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E4C211-FFD0-4AEF-B068-D0EE9A5A0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A2C1E-75C1-4BAE-A8C4-08B23614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00A89-E49C-4965-9C28-2ABECBB2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0A8EF2-9A03-4AA3-A5A1-ADC53B11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4885D-9A12-40BD-921B-45471A33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42C9E-1CE0-4248-BB3B-AB00E7D4B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10F055-68C9-4536-A896-4022E99D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445-D5B2-46AE-9915-476EF4CF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527406-2E0D-404F-B27D-F1B7E205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90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DE5CC-204D-49BF-8EC2-D41D0710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AB3858-F24C-4ABE-B1DA-0209056AC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D0871-E53A-4D30-89BC-C4202B17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B44D4-9B52-4450-B0E7-6B4F2C1B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74EC5-FD2C-4401-9A1A-A3D456DF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46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8104B-927E-4D3F-94EF-2D494B1B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852EB-433D-43E6-B795-BDD19413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A7C535-9852-48C2-AE81-4B199F117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7F8DA-939B-4869-A274-FC954933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B3EEDF-40DF-4C3A-BDC2-2B238004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324987-068F-4640-81FD-D35424D2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71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C4028-BDA3-4CA1-9659-90F75BDA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75DA93-4A2C-4854-BD71-38DBEE8C9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2C83F-FD5E-4D82-B0FA-C97F895A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69B44E-FF63-4370-ADBA-54526BCA5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4798B-BB32-4442-A488-F94E5BE10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27DE57-3941-4114-8775-B526B3E4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789BB-876B-48B1-8C1C-96DE8756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67F852-647E-4998-96AB-9E7D429B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1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7BF9A-EDA6-4EB0-BD95-6CEC4A6A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0BD71F-B180-4F1E-BF3D-005DD568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BBD5C1-E07B-4462-B694-DBDF8D91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B75B41-1EFB-4C82-B59E-3081F675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60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1E68C9-4E3D-45BF-B342-0107615C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01D87A-6887-4865-A209-C993B990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FF53B1-95F5-483A-99EC-5CBB908D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53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CCFE2-EC7F-4238-B47B-9239F6EC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A108E-9820-4B16-9B68-E3F7E21F2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2E6899-8410-48EE-9A5D-012BA987D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C63F85-1DFE-431C-9F23-50170938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F21830-CEA4-452D-91CE-6C11C840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9993FE-6E27-4C20-B849-2C4A5E1A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52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F268C-9FC9-46E0-8799-4373C765D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FD68AA-BF2E-4C47-AEFA-CF0C1362F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9A823D-1C9C-41AD-9E32-F1B928CA3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E63708-34B1-4CD4-86FA-97E76643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530F84-C384-4853-9050-3E72434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A6C0DA-BE2A-4833-A374-64D9ADDE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9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EB02B-8AD0-4AEA-8EA8-8DAC8F3B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5E0205-05E7-47E3-BF1A-562788D08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6A31B7-25C3-4F7F-A482-3FA8079D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AD883-BFA3-473B-8330-D9F60AF5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921D2-0644-4124-9387-149C8145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41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E6F938-0D7A-4088-A6F2-2E1E61B75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BBC8DA-CB6D-486D-A916-B855C27BB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37670-A02E-4030-BA96-2113F318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9B170-58D6-4928-ACCC-42E41BBB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75BA0-4897-480C-9A50-3E4B3431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0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632D91-F426-4192-9994-33E025FD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78282-A08A-4E14-B1B7-8A31C1EB7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575E76-363C-4946-BCA4-31918D4F9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49DBE-5DFB-482D-9584-2F4EB5A65ED4}" type="datetimeFigureOut">
              <a:rPr lang="ko-KR" altLang="en-US" smtClean="0"/>
              <a:t>2022-09-20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CC369-F076-46B5-9AAB-A7A557DA6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7721C-5022-494C-9B2F-08AF52309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58167-DD68-4F0F-935F-87F85FAD8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24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om/at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ectron/electr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EC233-4DDE-4C2C-926A-D39A7B20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8742"/>
            <a:ext cx="9144000" cy="2387600"/>
          </a:xfrm>
        </p:spPr>
        <p:txBody>
          <a:bodyPr/>
          <a:lstStyle/>
          <a:p>
            <a:pPr algn="r"/>
            <a:r>
              <a:rPr lang="en-US" altLang="ko-KR" dirty="0" err="1">
                <a:latin typeface="Arial Rounded MT Bold" panose="020F0704030504030204" pitchFamily="34" charset="0"/>
              </a:rPr>
              <a:t>Github</a:t>
            </a:r>
            <a:r>
              <a:rPr lang="en-US" altLang="ko-KR" dirty="0">
                <a:latin typeface="Arial Rounded MT Bold" panose="020F0704030504030204" pitchFamily="34" charset="0"/>
              </a:rPr>
              <a:t> Copilot</a:t>
            </a:r>
            <a:endParaRPr lang="ko-KR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3F6067-6FF9-408A-90B3-DF7ABC70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08417"/>
            <a:ext cx="9144000" cy="1655762"/>
          </a:xfrm>
        </p:spPr>
        <p:txBody>
          <a:bodyPr/>
          <a:lstStyle/>
          <a:p>
            <a:pPr algn="r"/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20904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김민서</a:t>
            </a:r>
          </a:p>
        </p:txBody>
      </p:sp>
      <p:pic>
        <p:nvPicPr>
          <p:cNvPr id="1026" name="Picture 2" descr="GitHub Copilot-Your AI pair programmer! · GitHub">
            <a:extLst>
              <a:ext uri="{FF2B5EF4-FFF2-40B4-BE49-F238E27FC236}">
                <a16:creationId xmlns:a16="http://schemas.microsoft.com/office/drawing/2014/main" id="{FE683372-CCE7-473B-B256-451F4FA53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2"/>
          <a:stretch/>
        </p:blipFill>
        <p:spPr bwMode="auto">
          <a:xfrm>
            <a:off x="0" y="146677"/>
            <a:ext cx="3024187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82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197590-C2AB-43B5-8253-6820A66EA646}"/>
              </a:ext>
            </a:extLst>
          </p:cNvPr>
          <p:cNvSpPr/>
          <p:nvPr/>
        </p:nvSpPr>
        <p:spPr>
          <a:xfrm>
            <a:off x="1724526" y="1592174"/>
            <a:ext cx="2783305" cy="3296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0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FFD6AC-5CCD-4288-99C3-43B43BB2E039}"/>
              </a:ext>
            </a:extLst>
          </p:cNvPr>
          <p:cNvSpPr/>
          <p:nvPr/>
        </p:nvSpPr>
        <p:spPr>
          <a:xfrm>
            <a:off x="5743074" y="1612225"/>
            <a:ext cx="3489158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Github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F81A475-B99E-458C-B5AC-80A5CFDC9815}"/>
              </a:ext>
            </a:extLst>
          </p:cNvPr>
          <p:cNvSpPr/>
          <p:nvPr/>
        </p:nvSpPr>
        <p:spPr>
          <a:xfrm>
            <a:off x="5959643" y="1764627"/>
            <a:ext cx="3272589" cy="1227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 쓰임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DE6E17-2966-4DC8-9521-3FDB5C6C0E63}"/>
              </a:ext>
            </a:extLst>
          </p:cNvPr>
          <p:cNvSpPr/>
          <p:nvPr/>
        </p:nvSpPr>
        <p:spPr>
          <a:xfrm>
            <a:off x="5743074" y="3368839"/>
            <a:ext cx="3489158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Github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 Copilot 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AD4BA6-8684-465E-BC08-2FC75D32C901}"/>
              </a:ext>
            </a:extLst>
          </p:cNvPr>
          <p:cNvSpPr/>
          <p:nvPr/>
        </p:nvSpPr>
        <p:spPr>
          <a:xfrm>
            <a:off x="5959643" y="3336752"/>
            <a:ext cx="5101389" cy="2646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Copilot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이란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개발 과정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사용법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논란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과연 개발자를 대체할 것인가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2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E1E9E60-3207-437F-B699-CADD0EF9F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C3019F-5D27-47F3-9100-F8EA00B0A346}"/>
              </a:ext>
            </a:extLst>
          </p:cNvPr>
          <p:cNvSpPr/>
          <p:nvPr/>
        </p:nvSpPr>
        <p:spPr>
          <a:xfrm>
            <a:off x="3465096" y="2189747"/>
            <a:ext cx="5261808" cy="2478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Github</a:t>
            </a:r>
            <a:endParaRPr lang="ko-KR" altLang="en-US" sz="90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2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Github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란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8701A-C530-49BD-A65A-41BA7A24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코드 버전 관리 프로그램인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Git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의 저장소 호스팅을 지원하는 웹서비스</a:t>
            </a:r>
          </a:p>
        </p:txBody>
      </p:sp>
      <p:pic>
        <p:nvPicPr>
          <p:cNvPr id="3074" name="Picture 2" descr="GitHub - Google Play 앱">
            <a:extLst>
              <a:ext uri="{FF2B5EF4-FFF2-40B4-BE49-F238E27FC236}">
                <a16:creationId xmlns:a16="http://schemas.microsoft.com/office/drawing/2014/main" id="{D73E0CE4-4F0B-46AB-972B-F48997F8E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017" y="3264568"/>
            <a:ext cx="3228307" cy="322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실무에서 유용했던 git 명령어">
            <a:extLst>
              <a:ext uri="{FF2B5EF4-FFF2-40B4-BE49-F238E27FC236}">
                <a16:creationId xmlns:a16="http://schemas.microsoft.com/office/drawing/2014/main" id="{9F117B7A-CCCC-4F6D-B822-748014C4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437" y="3264567"/>
            <a:ext cx="5003876" cy="322830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85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C95B4C6-4556-4EBA-994E-A7572C19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Github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의 쓰임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 Atom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102" name="Picture 6" descr="Atom | Text Editor | Download [172 MB]">
            <a:extLst>
              <a:ext uri="{FF2B5EF4-FFF2-40B4-BE49-F238E27FC236}">
                <a16:creationId xmlns:a16="http://schemas.microsoft.com/office/drawing/2014/main" id="{8DFD3844-505C-437A-852E-1F4FA8134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6"/>
          <a:stretch/>
        </p:blipFill>
        <p:spPr bwMode="auto">
          <a:xfrm>
            <a:off x="7752344" y="1756611"/>
            <a:ext cx="3810000" cy="341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325AB3A-BA3C-416A-ACDE-9816C9DD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코드 에디터의 한 종류로 다양한 프로그래밍 언어의 편집기로 사용할 수 있도록 고안된 도구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BD4B6F-F757-4028-9FA5-15366EED8D51}"/>
              </a:ext>
            </a:extLst>
          </p:cNvPr>
          <p:cNvSpPr/>
          <p:nvPr/>
        </p:nvSpPr>
        <p:spPr>
          <a:xfrm>
            <a:off x="409076" y="5345864"/>
            <a:ext cx="437147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hlinkClick r:id="rId3"/>
              </a:rPr>
              <a:t>https://github.com/atom/atom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52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04FEDA6-68DB-4DD5-B35A-2E76ED92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Github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의 쓰임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 Electron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BA2434D-F5FF-499D-B814-8E23E255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28348" cy="2393449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Html, CSS, JS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로 만들어진 웹사이트를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데스크탑용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앱을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제작할수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있게 도와주는 </a:t>
            </a:r>
            <a:r>
              <a:rPr lang="ko-KR" altLang="en-US" sz="2000" dirty="0" err="1">
                <a:solidFill>
                  <a:schemeClr val="bg1">
                    <a:lumMod val="50000"/>
                  </a:schemeClr>
                </a:solidFill>
              </a:rPr>
              <a:t>크로뮴과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Node.js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로 만들어진 프레임 워크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Discord, </a:t>
            </a: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vscode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등이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Electron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을 사용하여 만들어짐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24" name="Picture 4" descr="Electron 구조 이해하기">
            <a:extLst>
              <a:ext uri="{FF2B5EF4-FFF2-40B4-BE49-F238E27FC236}">
                <a16:creationId xmlns:a16="http://schemas.microsoft.com/office/drawing/2014/main" id="{251DC997-578A-43FF-ADD8-B275EDABEF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18" r="29018"/>
          <a:stretch/>
        </p:blipFill>
        <p:spPr bwMode="auto">
          <a:xfrm>
            <a:off x="7913035" y="1564106"/>
            <a:ext cx="3677385" cy="460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68DD3D-7634-4F4C-A116-50E46F971CA0}"/>
              </a:ext>
            </a:extLst>
          </p:cNvPr>
          <p:cNvSpPr/>
          <p:nvPr/>
        </p:nvSpPr>
        <p:spPr>
          <a:xfrm>
            <a:off x="705853" y="5345864"/>
            <a:ext cx="4371474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hlinkClick r:id="rId3"/>
              </a:rPr>
              <a:t>https://github.com/electron/electron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23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E1E9E60-3207-437F-B699-CADD0EF9F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C3019F-5D27-47F3-9100-F8EA00B0A346}"/>
              </a:ext>
            </a:extLst>
          </p:cNvPr>
          <p:cNvSpPr/>
          <p:nvPr/>
        </p:nvSpPr>
        <p:spPr>
          <a:xfrm>
            <a:off x="1147011" y="2189747"/>
            <a:ext cx="9897978" cy="2478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Github</a:t>
            </a:r>
            <a:r>
              <a:rPr lang="en-US" altLang="ko-KR" sz="90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Copilot</a:t>
            </a:r>
            <a:endParaRPr lang="ko-KR" altLang="en-US" sz="90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95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Github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Copilot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이란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8701A-C530-49BD-A65A-41BA7A24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에서 출시한 자동 코드 완성 인공지능</a:t>
            </a:r>
          </a:p>
        </p:txBody>
      </p:sp>
      <p:pic>
        <p:nvPicPr>
          <p:cNvPr id="6150" name="Picture 6" descr="Github Copilot 맛보기">
            <a:extLst>
              <a:ext uri="{FF2B5EF4-FFF2-40B4-BE49-F238E27FC236}">
                <a16:creationId xmlns:a16="http://schemas.microsoft.com/office/drawing/2014/main" id="{042CFB57-47FA-4D04-A2F0-56C5A5D9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455" y="2925679"/>
            <a:ext cx="5840329" cy="3270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550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 과정</a:t>
            </a:r>
          </a:p>
        </p:txBody>
      </p:sp>
      <p:pic>
        <p:nvPicPr>
          <p:cNvPr id="7170" name="Picture 2" descr="한국MS, 아태소속에서 '독립'…한국 클라우드 성장성 '주목' - 전자신문">
            <a:extLst>
              <a:ext uri="{FF2B5EF4-FFF2-40B4-BE49-F238E27FC236}">
                <a16:creationId xmlns:a16="http://schemas.microsoft.com/office/drawing/2014/main" id="{25864C2E-701D-4E5D-9724-19E7776EA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8" y="2024814"/>
            <a:ext cx="32004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241BB5-06E3-45C2-A6ED-884059C73B64}"/>
              </a:ext>
            </a:extLst>
          </p:cNvPr>
          <p:cNvSpPr/>
          <p:nvPr/>
        </p:nvSpPr>
        <p:spPr>
          <a:xfrm>
            <a:off x="3300668" y="2550694"/>
            <a:ext cx="974558" cy="37698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2" name="Picture 4" descr="OpenAI, 텍스트 기반 AI 모델 용 멀티 태스킹 API 출시 | 우분 로그">
            <a:extLst>
              <a:ext uri="{FF2B5EF4-FFF2-40B4-BE49-F238E27FC236}">
                <a16:creationId xmlns:a16="http://schemas.microsoft.com/office/drawing/2014/main" id="{9DA2E69E-1379-409C-B80D-63417101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883" y="2113671"/>
            <a:ext cx="2816587" cy="125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E429276-1764-46BC-B966-E829090EF336}"/>
              </a:ext>
            </a:extLst>
          </p:cNvPr>
          <p:cNvGrpSpPr/>
          <p:nvPr/>
        </p:nvGrpSpPr>
        <p:grpSpPr>
          <a:xfrm>
            <a:off x="548697" y="3873416"/>
            <a:ext cx="3622256" cy="1452776"/>
            <a:chOff x="1631533" y="3825290"/>
            <a:chExt cx="5343525" cy="2143125"/>
          </a:xfrm>
        </p:grpSpPr>
        <p:pic>
          <p:nvPicPr>
            <p:cNvPr id="7174" name="Picture 6" descr="GitHub - Google Play 앱">
              <a:extLst>
                <a:ext uri="{FF2B5EF4-FFF2-40B4-BE49-F238E27FC236}">
                  <a16:creationId xmlns:a16="http://schemas.microsoft.com/office/drawing/2014/main" id="{F712CC7F-F3D8-49A5-ADD9-14D725FD65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1533" y="3825290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6" name="Picture 8" descr="Please don't learn to code | TechCrunch">
              <a:extLst>
                <a:ext uri="{FF2B5EF4-FFF2-40B4-BE49-F238E27FC236}">
                  <a16:creationId xmlns:a16="http://schemas.microsoft.com/office/drawing/2014/main" id="{8A8B8ED5-FCF1-4CB8-A05E-61299B73C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4658" y="3825290"/>
              <a:ext cx="3200400" cy="213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8E68EA1-8AA2-41C9-8C59-A48FF3223B25}"/>
              </a:ext>
            </a:extLst>
          </p:cNvPr>
          <p:cNvSpPr/>
          <p:nvPr/>
        </p:nvSpPr>
        <p:spPr>
          <a:xfrm rot="19400942">
            <a:off x="2705811" y="3159042"/>
            <a:ext cx="974558" cy="37698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0983AB-46AA-467E-B947-D647A2A22A04}"/>
              </a:ext>
            </a:extLst>
          </p:cNvPr>
          <p:cNvSpPr/>
          <p:nvPr/>
        </p:nvSpPr>
        <p:spPr>
          <a:xfrm>
            <a:off x="7672142" y="2550693"/>
            <a:ext cx="974558" cy="37698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8" name="Picture 10" descr="GitHub Copilot">
            <a:extLst>
              <a:ext uri="{FF2B5EF4-FFF2-40B4-BE49-F238E27FC236}">
                <a16:creationId xmlns:a16="http://schemas.microsoft.com/office/drawing/2014/main" id="{D376713F-9F1A-43D9-89E9-33AE52DDD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949" y="2024814"/>
            <a:ext cx="2709111" cy="180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6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8701A-C530-49BD-A65A-41BA7A24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요금 지불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코드 작성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함수 및 객체 작성 시 자세한 이름 작성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주석으로 원하는 결과물 자세히 작성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DDD639-D462-497E-8E8E-D2041DAF7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87" y="1892968"/>
            <a:ext cx="4638244" cy="385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2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논란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8701A-C530-49BD-A65A-41BA7A24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93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에 있는 코드들의 오픈소스 라이선스를 무시하고 학습을 시킨 후 이를 통해 금전적 이득을 취함</a:t>
            </a:r>
          </a:p>
        </p:txBody>
      </p:sp>
      <p:pic>
        <p:nvPicPr>
          <p:cNvPr id="9218" name="Picture 2" descr="오픈소스 라이센스 정리(GPL, LGPL, BSD, Apache, MIT, MPL, Eclipse) : 네이버 블로그">
            <a:extLst>
              <a:ext uri="{FF2B5EF4-FFF2-40B4-BE49-F238E27FC236}">
                <a16:creationId xmlns:a16="http://schemas.microsoft.com/office/drawing/2014/main" id="{053B9984-3FD1-4D50-8A9A-8CC2AB1CF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12"/>
          <a:stretch/>
        </p:blipFill>
        <p:spPr bwMode="auto">
          <a:xfrm>
            <a:off x="6203096" y="1690688"/>
            <a:ext cx="5765491" cy="355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888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A6EA-5450-4194-8438-DA046FB9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개발자를 대체할 것인가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ko-KR" altLang="en-US" dirty="0">
              <a:solidFill>
                <a:schemeClr val="accent1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939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7E69DD-AB36-48AC-8934-05426E84B72C}"/>
              </a:ext>
            </a:extLst>
          </p:cNvPr>
          <p:cNvSpPr/>
          <p:nvPr/>
        </p:nvSpPr>
        <p:spPr>
          <a:xfrm>
            <a:off x="4196282" y="2967335"/>
            <a:ext cx="37994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감사합니다</a:t>
            </a:r>
            <a:r>
              <a:rPr lang="en-US" altLang="ko-KR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11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171</Words>
  <Application>Microsoft Office PowerPoint</Application>
  <PresentationFormat>와이드스크린</PresentationFormat>
  <Paragraphs>35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HY중고딕</vt:lpstr>
      <vt:lpstr>HY헤드라인M</vt:lpstr>
      <vt:lpstr>맑은 고딕</vt:lpstr>
      <vt:lpstr>Arial</vt:lpstr>
      <vt:lpstr>Arial Rounded MT Bold</vt:lpstr>
      <vt:lpstr>Office 테마</vt:lpstr>
      <vt:lpstr>Github Copilot</vt:lpstr>
      <vt:lpstr>PowerPoint 프레젠테이션</vt:lpstr>
      <vt:lpstr>PowerPoint 프레젠테이션</vt:lpstr>
      <vt:lpstr>Github란?</vt:lpstr>
      <vt:lpstr>Github의 쓰임 - Atom</vt:lpstr>
      <vt:lpstr>Github의 쓰임 - Electron</vt:lpstr>
      <vt:lpstr>PowerPoint 프레젠테이션</vt:lpstr>
      <vt:lpstr>Github Copilot이란?</vt:lpstr>
      <vt:lpstr>개발 과정</vt:lpstr>
      <vt:lpstr>사용법</vt:lpstr>
      <vt:lpstr>논란</vt:lpstr>
      <vt:lpstr>개발자를 대체할 것인가?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</dc:title>
  <dc:creator>Windows 사용자</dc:creator>
  <cp:lastModifiedBy>Windows 사용자</cp:lastModifiedBy>
  <cp:revision>8</cp:revision>
  <dcterms:created xsi:type="dcterms:W3CDTF">2022-09-20T12:48:22Z</dcterms:created>
  <dcterms:modified xsi:type="dcterms:W3CDTF">2022-09-20T13:54:44Z</dcterms:modified>
</cp:coreProperties>
</file>